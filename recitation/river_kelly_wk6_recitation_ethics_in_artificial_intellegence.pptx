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9b0fc810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9b0fc810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99b0fc810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99b0fc810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99b0fc8100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99b0fc810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9b0fc810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9b0fc810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99b0fc810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99b0fc810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hinese.stackexchange.com/questions/22145/very-frequently-used-word-in-mandarin-that-sounds-like-nica-or-nigah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Intelegence 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River Kelly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of AI in Content Moderation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Over the last two decads, AI has integrated in most all online platforms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They deliver certain task where are to complex for humans to comprehen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‘Deep learning’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Large data inputs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“The most significant breakthrough of machine learning in recent times is the development of ‘deep neural networks’ which enable ‘deep learning’.” (1)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But AI still makes erros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Approaches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“Effective moderation of harmful online content is a challenging problem for many reasons.” (1)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Volume and type of content makes it harder and harder to moderate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Blogs, news articles and traditional writing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Video content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Photos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Memes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Different languages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Potential Impact of AI in Online Content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AI can be used to improve the pre-moderation stage and flag content for review by humans, increasing accuracy (1)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 sz="1150">
                <a:solidFill>
                  <a:srgbClr val="2427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word your hear is probably 那個 (in traditional characters) / 那个 (in simplified characters). It is pronounced </a:t>
            </a:r>
            <a:r>
              <a:rPr i="1" lang="en" sz="1150">
                <a:solidFill>
                  <a:srgbClr val="2427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nàge</a:t>
            </a:r>
            <a:r>
              <a:rPr lang="en" sz="1150">
                <a:solidFill>
                  <a:srgbClr val="2427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i="1" lang="en" sz="1150">
                <a:solidFill>
                  <a:srgbClr val="2427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nèigeI (2)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AI can be implemented to synthesise training data to improve pre-moderation performance (1)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AI can assist human moderators by increasing their productivity and reducing the potentially harmful effects of content moderation on individual moderators (1)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Google has thousands of engeneers working soley on bettering thier search algorithm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AI has drastically improved the human condiction by providing efficiency to production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Still some downsides to over come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Cited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Consultants, C. (2019). Use of AI in Online Content Moderation. Retrieved 2020, from https://www.ofcom.org.uk/__data/assets/pdf_file/0028/157249/cambridge-consultants-ai-content-moderation.pdf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https://chinese.stackexchange.com/questions/22145/very-frequently-used-word-in-mandarin-that-sounds-like-nica-or-nigah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