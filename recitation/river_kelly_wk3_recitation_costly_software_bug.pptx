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937a50a1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937a50a1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95129376f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95129376f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95129376f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95129376f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95129376f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95129376f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95129376f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95129376f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95129376f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95129376f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npr.org/sections/thetwo-way/2015/12/23/460779255/computer-glitch-allows-3-000-inmates-early-release-in-washington-state" TargetMode="External"/><Relationship Id="rId4" Type="http://schemas.openxmlformats.org/officeDocument/2006/relationships/hyperlink" Target="https://en.wikipedia.org/wiki/Software_bu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Costly Software Bug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River Kelly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Technological Era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21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rely on technology everyday, it’s almost impossible to imagine life without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Why has technology become so prevalent?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Efficiency</a:t>
            </a:r>
            <a:r>
              <a:rPr lang="en"/>
              <a:t>; global communication; news; self-driving cars; Amazon Prime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Are there consequences from this blind trust in technology?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 class we talked about the errors that arose durring NASA’s trip to the international space station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 Fact; Did you Know?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 1946 a moth was found preventing a relay in a system from function properly </a:t>
            </a:r>
            <a:r>
              <a:rPr lang="en"/>
              <a:t>[2]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Coined the term ‘bug’ &amp; ‘debugging’ used today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Software ‘Bug’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NPR reports that a software bug allowed inmates early release in Washington State [1]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After 13 years, the error was finally realized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As many as 3,200 inmates were affected by this bug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“Corrections officials don't have a complete list of those prisoners who were let out early and can't say whether any of them committed crimes after they were freed.” [1]</a:t>
            </a:r>
            <a:endParaRPr/>
          </a:p>
        </p:txBody>
      </p:sp>
      <p:sp>
        <p:nvSpPr>
          <p:cNvPr id="74" name="Google Shape;74;p16"/>
          <p:cNvSpPr txBox="1"/>
          <p:nvPr/>
        </p:nvSpPr>
        <p:spPr>
          <a:xfrm>
            <a:off x="336300" y="4568875"/>
            <a:ext cx="8471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[1] - All information on this slide taken from NPR article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‘Bug’ Happend and was Identified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2002 state Supreme Court ruling required the Corrections Department to apply good-behavior credits earned in county jail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Certain crimes resulted in an increase of time given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Crimes using firearms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Crimes committed near school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Catching the ‘Bug’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 2012 a victim’s family learned of a prisoner’s release.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After the family did its own calculations, they found he was being credited with too much time</a:t>
            </a:r>
            <a:endParaRPr/>
          </a:p>
        </p:txBody>
      </p:sp>
      <p:sp>
        <p:nvSpPr>
          <p:cNvPr id="81" name="Google Shape;81;p17"/>
          <p:cNvSpPr txBox="1"/>
          <p:nvPr/>
        </p:nvSpPr>
        <p:spPr>
          <a:xfrm>
            <a:off x="336300" y="4568875"/>
            <a:ext cx="8471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[1] - All information on this slide taken from NPR article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 the United States, there are two notions when it comes to criminal punishment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No cruel or unusual punishment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 punishment that fits the crime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 this case, the software bug may have contributed to both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Either extending the time a prisoner is required to serve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Or, letting a prison go before the required time is served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Citations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McCallister, D. (2015, December 23). Computer Glitch Allows 3,000 Inmates Early Release In Washington State. Retrieved September 01, 2020, from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https://www.npr.org/sections/thetwo-way/2015/12/23/460779255/computer-glitch-allows-3-000-inmates-early-release-in-washington-state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Software bug. (2020, August 28). Retrieved September 01, 2020, from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https://en.wikipedia.org/wiki/Software_bug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