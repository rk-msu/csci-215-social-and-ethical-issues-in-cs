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4327ed4f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4327ed4f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4327ed4f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4327ed4f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4327ed4f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4327ed4f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a4327ed4f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a4327ed4f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4327ed4f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a4327ed4f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4327ed4f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4327ed4f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ybernews.com/privacy/isp-selling-data-why-you-should-actually-care/" TargetMode="External"/><Relationship Id="rId4" Type="http://schemas.openxmlformats.org/officeDocument/2006/relationships/hyperlink" Target="https://www.acm.org/code-of-eth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Violation to Right of Privacy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River Kelly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ISP selling your data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“Unbeknownst to you, there’s a good possibility that your Internet Service Provider (ISP) regularly sells your data to boost their profits.” [1]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What implications does this have?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1600"/>
              </a:spcAft>
              <a:buSzPts val="1300"/>
              <a:buChar char="-"/>
            </a:pPr>
            <a:r>
              <a:rPr lang="en"/>
              <a:t>People are unaware of how much data is being sold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Whats the legal situation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Laws vary accross the planet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USA - mandated that they must accuire consent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UK - citezen must now ask ISPs to remove thier personal data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EU - Eveything must be subject to informed consent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1600"/>
              </a:spcAft>
              <a:buSzPts val="1300"/>
              <a:buChar char="-"/>
            </a:pPr>
            <a:r>
              <a:rPr lang="en"/>
              <a:t>China - Its like the Wild West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6050" y="4444900"/>
            <a:ext cx="9005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infor taken from </a:t>
            </a:r>
            <a:r>
              <a:rPr lang="en"/>
              <a:t>Meyer, 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Nobody is safe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Where ever the internet is, theres data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Facebook has been found to harvest users data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Other tech giants are in the data games aswell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6050" y="4444900"/>
            <a:ext cx="9005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infor taken from Meyer, 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VPS are the solution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Work by encrypting your data as it leaves your computer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High quality VPNs create a wall that ISPs cannot penatrate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1600"/>
              </a:spcAft>
              <a:buSzPts val="1300"/>
              <a:buChar char="-"/>
            </a:pPr>
            <a:r>
              <a:rPr lang="en"/>
              <a:t>Some VPNs keep logs of data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46050" y="4444900"/>
            <a:ext cx="9005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infor taken from Meyer, 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ACM Ethics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1.2 Avoid Harm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1600"/>
              </a:spcAft>
              <a:buSzPts val="1300"/>
              <a:buChar char="-"/>
            </a:pPr>
            <a:r>
              <a:rPr lang="en"/>
              <a:t>1.6 Respect Privacy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Cited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Meyer, B. (2020, February 12). ISP selling data: Why you should actually care. Retrieved October 20, 2020, from </a:t>
            </a: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https://cybernews.com/privacy/isp-selling-data-why-you-should-actually-care/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Code affirms an obligation of computing professionals to use their skills for the benefit of society. (n.d.). Retrieved October 06, 2020, from </a:t>
            </a: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https://www.acm.org/code-of-ethics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