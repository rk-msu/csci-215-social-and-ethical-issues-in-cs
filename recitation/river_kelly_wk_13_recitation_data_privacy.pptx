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9b19fee8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9b19fee8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9b19fee8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9b19fee8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9b19fee8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9b19fee8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9b19fee8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9b19fee8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9b19fee8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9b19fee8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ybernews.com/privacy/isp-selling-data-why-you-should-actually-care/" TargetMode="External"/><Relationship Id="rId4" Type="http://schemas.openxmlformats.org/officeDocument/2006/relationships/hyperlink" Target="https://www.acm.org/code-of-eth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Privacy - Cookies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River Kelly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cookies?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“Cookies are simple uncompiled text files that help coordinate the remote website servers and your browser to display the full range of features offered by most contemporary websites.” [1]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Allow websites to remember who you are</a:t>
            </a:r>
            <a:endParaRPr/>
          </a:p>
          <a:p>
            <a:pPr indent="-298450" lvl="1" marL="914400" rtl="0" algn="l">
              <a:spcBef>
                <a:spcPts val="160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Hassle free automatic logins</a:t>
            </a:r>
            <a:endParaRPr/>
          </a:p>
          <a:p>
            <a:pPr indent="-298450" lvl="1" marL="914400" rtl="0" algn="l">
              <a:spcBef>
                <a:spcPts val="160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Items in shopping carts</a:t>
            </a:r>
            <a:endParaRPr/>
          </a:p>
          <a:p>
            <a:pPr indent="-298450" lvl="1" marL="914400" rtl="0" algn="l">
              <a:spcBef>
                <a:spcPts val="1600"/>
              </a:spcBef>
              <a:spcAft>
                <a:spcPts val="1600"/>
              </a:spcAft>
              <a:buSzPts val="1100"/>
              <a:buChar char="-"/>
            </a:pPr>
            <a:r>
              <a:rPr lang="en"/>
              <a:t>Personal </a:t>
            </a:r>
            <a:r>
              <a:rPr lang="en"/>
              <a:t>preference</a:t>
            </a:r>
            <a:r>
              <a:rPr lang="en"/>
              <a:t> settings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300" y="4403650"/>
            <a:ext cx="7116849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Storing Data and Tracking Users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Cookies themselves cannot dig and do research, they do store personal information</a:t>
            </a:r>
            <a:endParaRPr/>
          </a:p>
          <a:p>
            <a:pPr indent="-298450" lvl="1" marL="914400" rtl="0" algn="l">
              <a:spcBef>
                <a:spcPts val="160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Text inputs that you put into forms</a:t>
            </a:r>
            <a:endParaRPr/>
          </a:p>
          <a:p>
            <a:pPr indent="-298450" lvl="1" marL="914400" rtl="0" algn="l">
              <a:spcBef>
                <a:spcPts val="160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Payment Pages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1600"/>
              </a:spcAft>
              <a:buSzPts val="1300"/>
              <a:buChar char="-"/>
            </a:pPr>
            <a:r>
              <a:rPr lang="en"/>
              <a:t>Most sites use SSL encryption to protect from hacking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money with cookies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Google can sell you search results to advertisement companies 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When a user visits or reads particular content, that data is stored on their “profile”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1600"/>
              </a:spcAft>
              <a:buSzPts val="1300"/>
              <a:buChar char="-"/>
            </a:pPr>
            <a:r>
              <a:rPr lang="en"/>
              <a:t>Then ads will pop up based on your previous browsing history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ACM Code of Ethics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1600"/>
              </a:spcAft>
              <a:buSzPts val="1300"/>
              <a:buChar char="-"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75" y="2078875"/>
            <a:ext cx="73152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Cited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Meyer, B. (2020, February 12). ISP selling data: Why you should actually care. Retrieved October 20, 2020, from </a:t>
            </a: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https://cybernews.com/privacy/isp-selling-data-why-you-should-actually-care/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Code affirms an obligation of computing professionals to use their skills for the benefit of society. (n.d.). Retrieved October 06, 2020, from </a:t>
            </a: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https://www.acm.org/code-of-ethics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